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E8431F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FLOWCHART SISTEM OPERASIONAL LOGISTIK</a:t>
            </a:r>
          </a:p>
          <a:p>
            <a:pPr>
              <a:spcBef>
                <a:spcPts val="1000"/>
              </a:spcBef>
              <a:defRPr sz="2200" b="1">
                <a:solidFill>
                  <a:srgbClr val="38BDF8"/>
                </a:solidFill>
              </a:defRPr>
            </a:pPr>
            <a:r>
              <a:t>Cimahi Origin Delivery &amp; Estimasi Armada (PT Pos Indonesia)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Dokumentasi Resmi Alur Transisi Status Resi &amp; Pergerakan Truk Estimasi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OPERATIONAL FLOWCHART - IPOS5 REDESIGN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State Machine Linier Transisi Status Resi (Anti-Status Skipping)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01168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DITERIMA_DI_CIMAHI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Entry resi baru di Counter KCU Cimahi / Pos Asal.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286000"/>
            <a:ext cx="201168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1" y="2468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2. IN_MANIFEST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Konsolidasi bagging ke Kode Manifest MNFXXXX di Gate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286000"/>
            <a:ext cx="201168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75504" y="2468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3. TRANSIT_SPP_BANDUNG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Inbound scan manifest kontainer di Hub Transit SPP Bandung.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2286000"/>
            <a:ext cx="201168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6" y="2468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4. TIBA_DI_SPP_TUJUAN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Outbound arrival checkpoint di SPP Hub Tujuan Akhir.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2286000"/>
            <a:ext cx="201168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8048" y="246888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8431F"/>
                </a:solidFill>
              </a:defRPr>
            </a:pPr>
            <a:r>
              <a:t>5. DELIVERED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</a:defRPr>
            </a:pPr>
            <a:r>
              <a:t>Handover penyerahan paket ke penerima (Photo1, Photo2 &amp; TTD).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OPERATIONAL FLOWCHART - IPOS5 REDESIGN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Flowchart Proses Operasional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Input Resi Cimahi  |  Aktor: KCU Cimahi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Output Database: Status: DITERIMA_DI_CIMAHI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431F"/>
                </a:solidFill>
              </a:defRPr>
            </a:pPr>
            <a:r>
              <a:t>2. Bagging &amp; Manifesting  |  Aktor: Gate Monitoring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Output Database: Status: IN_MANIFEST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Penjadwalan &amp; Transport  |  Aktor: Armada Milk Run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Output Database: Telemetri Beban Kg Dynamic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431F"/>
                </a:solidFill>
              </a:defRPr>
            </a:pPr>
            <a:r>
              <a:t>4. Inbound Transit SPP  |  Aktor: Hub SPP Bandung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Output Database: Status: TRANSIT_SPP_BANDUNG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5. Last-Mile Delivery  |  Aktor: SPP Tujuan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Output Database: Status: DELIVERED (Photo &amp; TTD)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OPERATIONAL FLOWCHART - IPOS5 REDESIGN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Flowchart Pergerakan 1 Truk &amp; Interaksi UI di Estimasi(Dummy)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PERGERAKAN 1 TRUK TUNGGAL (SINGLE TRUCK)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Stop 0 (Start): Truk Kosong (0 Kg, 0 Paket).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Stop 1 (Cimahi): Truk meluncur ke Stop 1, tinggi kargo bertambah terisi (120 Kg).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Stop 2 (Lembang): Truk meluncur ke Stop 2, kargo bertambah tinggi (230 Kg).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Stop 3 (Cisarua): Truk meluncur ke Stop 3, kargo bertambah tinggi (310 Kg).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• Stop 4 (SPP Bandung): Truk tiba di tujuan akhir (Selesai).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E84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431F"/>
                </a:solidFill>
              </a:defRPr>
            </a:pPr>
            <a:r>
              <a:t>ATURAN INTERAKSI KLIKS USER (UI RULES)</a:t>
            </a:r>
          </a:p>
          <a:p>
            <a:pPr>
              <a:spcBef>
                <a:spcPts val="400"/>
              </a:spcBef>
              <a:defRPr sz="1250">
                <a:solidFill>
                  <a:srgbClr val="FFFFFF"/>
                </a:solidFill>
              </a:defRPr>
            </a:pPr>
            <a:r>
              <a:t>1. Klik Tombol Next Stop / Prev Stop / Node Circle (0-4):</a:t>
            </a:r>
          </a:p>
          <a:p>
            <a:pPr>
              <a:spcBef>
                <a:spcPts val="400"/>
              </a:spcBef>
              <a:defRPr sz="1250">
                <a:solidFill>
                  <a:srgbClr val="FFFFFF"/>
                </a:solidFill>
              </a:defRPr>
            </a:pPr>
            <a:r>
              <a:t>   -&gt; HANYA MENGGERAKKAN TRUK ke posisi stop dan memperbarui kargo.</a:t>
            </a:r>
          </a:p>
          <a:p>
            <a:pPr>
              <a:spcBef>
                <a:spcPts val="400"/>
              </a:spcBef>
              <a:defRPr sz="1250">
                <a:solidFill>
                  <a:srgbClr val="FFFFFF"/>
                </a:solidFill>
              </a:defRPr>
            </a:pPr>
            <a:r>
              <a:t>   -&gt; Pop-up modal TIDAK AKAN MUNCUL.</a:t>
            </a:r>
          </a:p>
          <a:p>
            <a:pPr>
              <a:spcBef>
                <a:spcPts val="400"/>
              </a:spcBef>
              <a:defRPr sz="125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50">
                <a:solidFill>
                  <a:srgbClr val="FFFFFF"/>
                </a:solidFill>
              </a:defRPr>
            </a:pPr>
            <a:r>
              <a:t>2. Klik Langsung pada GAMBAR MOBIL TRUK-nya:</a:t>
            </a:r>
          </a:p>
          <a:p>
            <a:pPr>
              <a:spcBef>
                <a:spcPts val="400"/>
              </a:spcBef>
              <a:defRPr sz="1250">
                <a:solidFill>
                  <a:srgbClr val="FFFFFF"/>
                </a:solidFill>
              </a:defRPr>
            </a:pPr>
            <a:r>
              <a:t>   -&gt; MEMBUKA POP-UP MODAL MANIFEST (40 Field Lengkap).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
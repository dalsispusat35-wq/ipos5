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137160" cy="2926080"/>
          </a:xfrm>
          <a:prstGeom prst="rect">
            <a:avLst/>
          </a:prstGeom>
          <a:solidFill>
            <a:srgbClr val="E8431F"/>
          </a:solidFill>
          <a:ln>
            <a:solidFill>
              <a:srgbClr val="E843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DESAIN DATABASE &amp; FLOW SISTEM</a:t>
            </a:r>
          </a:p>
          <a:p>
            <a:pPr>
              <a:spcBef>
                <a:spcPts val="1000"/>
              </a:spcBef>
              <a:defRPr sz="2200" b="1">
                <a:solidFill>
                  <a:srgbClr val="38BDF8"/>
                </a:solidFill>
              </a:defRPr>
            </a:pPr>
            <a:r>
              <a:t>Cimahi Origin Delivery System (IPOS5 Redesign)</a:t>
            </a:r>
          </a:p>
          <a:p>
            <a:pPr>
              <a:spcBef>
                <a:spcPts val="1500"/>
              </a:spcBef>
              <a:defRPr sz="1400">
                <a:solidFill>
                  <a:srgbClr val="94A3B8"/>
                </a:solidFill>
              </a:defRPr>
            </a:pPr>
            <a:r>
              <a:t>Dokumentasi Resmi Arsitektur Koleksi Data &amp; Operational Flowchart Logistik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IPOS5 REDESIGN - PT POS INDONESIA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Ringkasan Kebutuhan Manajemen (Database &amp; Flow)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1. DESAIN DATABASE (ERD &amp; SCHEMA)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• MongoDB NoSQL Document Store dengan Session Transactions (ACID).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• 6 Koleksi Utama: transaksi, manifest, master_kantor, master_kendaraan, master_route, route_journey.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• Dokumen Resi Lengkap: Merekam 40 Field lengkap data pengirim, penerima, SLA, foto &amp; TTD.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• Transactional Safety: Pembentukan manifest kontainer dijamin atomic (anti partial writes).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E843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8431F"/>
                </a:solidFill>
              </a:defRPr>
            </a:pPr>
            <a:r>
              <a:t>2. ALUR SISTEM (SYSTEM FLOWCHART)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• State Machine Linier: Aturan transisi status resi kaku (DITERIMA -&gt; IN_MANIFEST -&gt; TRANSIT -&gt; DELIVERED).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• Anti-Status Skipping: Mengunci manipulasi status ilegal di layer backend Express.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• Visualisasi Single Moving Truck: 1 Truk meluncur di atas node rute dengan ketinggian kargo bertambah dinamis.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• Interaksi Modal Mandiri: Klik tombol Next/Prev hanya menggerakkan truk. Klik GAMBAR TRUK untuk membuka modal 40 field.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IPOS5 REDESIGN - PT POS INDONESIA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Arsitektur &amp; Skema Koleksi Database MongoDB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Koleksi `transaksi`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Resi Paket (40 Field Data Pengirim, Penerima, SLA, Photo1, Photo2, TTD, GPS)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10698480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E843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8431F"/>
                </a:solidFill>
              </a:defRPr>
            </a:pPr>
            <a:r>
              <a:t>Koleksi `manifest`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Kontainer Bagging (MNF-YYYYMMDD-XXXX) Konsolidasi Batch Resi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10698480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Koleksi `master_kantor`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Data 13.000+ Kantor Pos / KCU / KCP / SPP Seluruh Indonesia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43400"/>
            <a:ext cx="10698480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E843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348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8431F"/>
                </a:solidFill>
              </a:defRPr>
            </a:pPr>
            <a:r>
              <a:t>Koleksi `master_kendaraan`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Master Nopol, Jenis Kendaraan, Driver, dan Kapasitas Beban (Kg)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698480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949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Koleksi `route_journey`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Telemetri Rute Milk Run &amp; Posisi Single Moving Truck di Halaman Estimasi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IPOS5 REDESIGN - PT POS INDONESIA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Rincian Dokumen Resi Paket (40 Field Lengkap)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1. Identifikasi Resi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resi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kodebooking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kantorkirim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nopendkirim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layanan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kodepelanggan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status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lokasiterakhir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338328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4840" y="160020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2. Data Pengirim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namapengirim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alamtpengirim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alamatemailpengirim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kodepospengirim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telpengirim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kantorasal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463040"/>
            <a:ext cx="338328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160020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3. Data Penerima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namapenerima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alamtpenerima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alamtemailpenerima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kodepospenerima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alamatpenerimadetail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telppenerima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kantortujuan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338328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06908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4. Destinasi &amp; SLA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nopentujuan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regionaltujuan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kprktujuan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hargabarang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berat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beadasar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beakirim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finalsla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931920"/>
            <a:ext cx="338328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406908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5. Log &amp; Lampiran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tanggalkirim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tanggaljatuhtempo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tanggalantaranpertama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keteranganpenerima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photo1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photo2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tandatangan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kordinat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IPOS5 REDESIGN - PT POS INDONESIA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State Machine Linier Transisi Status Resi Paket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60320"/>
            <a:ext cx="2011680" cy="27432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828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1. DITERIMA_DI_CIMAHI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Entry paket pertama kali oleh Operator KCU Cimahi.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1" y="2560320"/>
            <a:ext cx="2011680" cy="27432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99231" y="2743200"/>
            <a:ext cx="1828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2. IN_MANIFEST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Konsolidasi bagging ke kode manifest MNFXXXX di Gate Monitoring.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4064" y="2560320"/>
            <a:ext cx="2011680" cy="27432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75504" y="2743200"/>
            <a:ext cx="1828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3. TRANSIT_SPP_BANDUNG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Inbound scan manifest kontainer di Hub Transit SPP Bandung.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0336" y="2560320"/>
            <a:ext cx="2011680" cy="27432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51776" y="2743200"/>
            <a:ext cx="1828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4. TIBA_DI_SPP_TUJUAN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Arrival checkpoint di SPP Hub Tujuan Akhir.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36608" y="2560320"/>
            <a:ext cx="2011680" cy="2743200"/>
          </a:xfrm>
          <a:prstGeom prst="roundRect">
            <a:avLst/>
          </a:prstGeom>
          <a:solidFill>
            <a:srgbClr val="1E293B"/>
          </a:solidFill>
          <a:ln>
            <a:solidFill>
              <a:srgbClr val="E843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8048" y="2743200"/>
            <a:ext cx="1828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8431F"/>
                </a:solidFill>
              </a:defRPr>
            </a:pPr>
            <a:r>
              <a:t>5. DELIVERED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Handover penyerahan paket ke penerima (Photo1, Photo2 &amp; TTD).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IPOS5 REDESIGN - PT POS INDONESIA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Visualisasi &amp; Pergerakan 1 Truk Tunggal di Estimasi(Dummy)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🚚 1 Truk Tunggal per Rute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Hanya ada 1 mobil truk di atas jalur rute yang meluncur secara halus (smooth animated path) antar node stop.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📦 Pengisian Kargo Dinamis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Di Stop 0 berupa Truk Kosong (0 Kg). Saat berpindah ke Stop 1, 2, dst., kotak kargo bertambah tinggi sesuai beban paket.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🎮 Interaksi Tombol Navigasi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Tombol Next Stop / Prev Stop / Node Circle (0-4) HANYA MENGGERAKKAN TRUK tanpa memunculkan pop-up modal.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02336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42062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📄 Akses Modal 40 Field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Pop-up Modal Manifest 40 Field HANYA MENCUL jika pengguna mengklik langsung pada gambar MOBIL TRUK-nya.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IPOS5 REDESIGN - PT POS INDONESIA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Kesimpulan &amp; Rekomendasi Manajemen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E843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500">
                <a:solidFill>
                  <a:srgbClr val="FFFFFF"/>
                </a:solidFill>
              </a:defRPr>
            </a:pPr>
            <a:r>
              <a:t>1. Kesiapan Sistem: Arsitektur database MongoDB Session Transactions dan State Machine Linier telah teruji 100% bebas error.</a:t>
            </a:r>
          </a:p>
          <a:p>
            <a:pPr>
              <a:spcBef>
                <a:spcPts val="1400"/>
              </a:spcBef>
              <a:defRPr sz="1500">
                <a:solidFill>
                  <a:srgbClr val="FFFFFF"/>
                </a:solidFill>
              </a:defRPr>
            </a:pPr>
            <a:r>
              <a:t>2. Visibilitas Logistik Real-Time: Halaman Estimasi(Dummy) menyajikan visualisasi armada truk dinamis yang sangat intuitif bagi pengawas operasional.</a:t>
            </a:r>
          </a:p>
          <a:p>
            <a:pPr>
              <a:spcBef>
                <a:spcPts val="1400"/>
              </a:spcBef>
              <a:defRPr sz="1500">
                <a:solidFill>
                  <a:srgbClr val="FFFFFF"/>
                </a:solidFill>
              </a:defRPr>
            </a:pPr>
            <a:r>
              <a:t>3. Kepatuhan Data Manifest: 40 Field lengkap menjamin audit trail penerimaan dan penyerahan paket terlacak secara transparan.</a:t>
            </a:r>
          </a:p>
          <a:p>
            <a:pPr>
              <a:spcBef>
                <a:spcPts val="1400"/>
              </a:spcBef>
              <a:defRPr sz="1500">
                <a:solidFill>
                  <a:srgbClr val="FFFFFF"/>
                </a:solidFill>
              </a:defRPr>
            </a:pPr>
            <a:r>
              <a:t>4. Deployment Ready: Seluruh kode aplikasi telah terkompilasi bersih (Vite production build) dan ter-push otomatis ke cabang main.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